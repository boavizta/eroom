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12528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499680"/>
            <a:ext cx="10972440" cy="209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2931480"/>
            <a:ext cx="10972440" cy="7266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1252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cp:revision>0</cp:revision>
  <dc:subject/>
  <dc:title/>
</cp:coreProperties>
</file>